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Paging and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Memory Management in 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Memory is divided into fixed-size blocks called pages.</a:t>
            </a:r>
          </a:p>
          <a:p>
            <a:r>
              <a:t>• Pages in logical memory are mapped to frames in physical memory.</a:t>
            </a:r>
          </a:p>
          <a:p>
            <a:r>
              <a:t>• Eliminates external fragmentation.</a:t>
            </a:r>
          </a:p>
          <a:p>
            <a:r>
              <a:t>• Page Table stores mapping of pages to frames.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Segmentation?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Divides program into logical segments: code, data, stack.</a:t>
            </a:r>
          </a:p>
          <a:p>
            <a:r>
              <a:t>• Each segment has a base and limit.</a:t>
            </a:r>
          </a:p>
          <a:p>
            <a:r>
              <a:t>• Helps with modular program design.</a:t>
            </a:r>
          </a:p>
          <a:p>
            <a:r>
              <a:t>• Can suffer from external fragmentation.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Paging: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Address = Page Number + Offset</a:t>
            </a:r>
          </a:p>
          <a:p>
            <a:r>
              <a:t>Page Table maps to Frame Number.</a:t>
            </a:r>
          </a:p>
          <a:p>
            <a:r>
              <a:t>[Page Table Diagram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Segmentation: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Address = Segment Number + Offset</a:t>
            </a:r>
          </a:p>
          <a:p>
            <a:r>
              <a:t>Segment Table maps to Base Address.</a:t>
            </a:r>
          </a:p>
          <a:p>
            <a:r>
              <a:t>[Segment Table Diagram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Paging and Segmentation are essential memory management methods.</a:t>
            </a:r>
          </a:p>
          <a:p>
            <a:r>
              <a:t>• Paging uses fixed-size blocks, segmentation uses logical modules.</a:t>
            </a:r>
          </a:p>
          <a:p>
            <a:r>
              <a:t>• Both have unique advantages and are often combined in modern 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